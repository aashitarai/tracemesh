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math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flow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smart_free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iso20022_mer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benchmarks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usine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roadmap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